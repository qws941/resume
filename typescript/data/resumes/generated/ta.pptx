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" autoAdjust="0"/>
    <p:restoredTop sz="94660"/>
  </p:normalViewPr>
  <p:slideViewPr>
    <p:cSldViewPr snapToGrid="0">
      <p:cViewPr>
        <p:scale>
          <a:sx n="150" d="100"/>
          <a:sy n="150" d="100"/>
        </p:scale>
        <p:origin x="1590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5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4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46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2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07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99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16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5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13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76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774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841813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995" y="6365892"/>
            <a:ext cx="1454331" cy="266107"/>
          </a:xfrm>
          <a:prstGeom prst="rect">
            <a:avLst/>
          </a:prstGeom>
        </p:spPr>
      </p:pic>
      <p:sp>
        <p:nvSpPr>
          <p:cNvPr id="10" name="제목 6"/>
          <p:cNvSpPr txBox="1">
            <a:spLocks/>
          </p:cNvSpPr>
          <p:nvPr userDrawn="1"/>
        </p:nvSpPr>
        <p:spPr>
          <a:xfrm>
            <a:off x="680751" y="206102"/>
            <a:ext cx="3439073" cy="498185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5pPr>
            <a:lvl6pPr marL="493442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6pPr>
            <a:lvl7pPr marL="986884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7pPr>
            <a:lvl8pPr marL="1480326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8pPr>
            <a:lvl9pPr marL="1973768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9pPr>
          </a:lstStyle>
          <a:p>
            <a:pPr defTabSz="914400"/>
            <a:r>
              <a:rPr lang="ko-KR" altLang="en-US" dirty="0">
                <a:latin typeface="HY그래픽M" panose="02030600000101010101" pitchFamily="18" charset="-127"/>
                <a:ea typeface="HY그래픽M" panose="02030600000101010101" pitchFamily="18" charset="-127"/>
              </a:rPr>
              <a:t>이력 및 경력사항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6228365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 userDrawn="1"/>
        </p:nvGrpSpPr>
        <p:grpSpPr>
          <a:xfrm>
            <a:off x="469013" y="189470"/>
            <a:ext cx="61966" cy="565057"/>
            <a:chOff x="469013" y="189470"/>
            <a:chExt cx="61966" cy="565057"/>
          </a:xfrm>
        </p:grpSpPr>
        <p:cxnSp>
          <p:nvCxnSpPr>
            <p:cNvPr id="21" name="직선 연결선 20"/>
            <p:cNvCxnSpPr/>
            <p:nvPr userDrawn="1"/>
          </p:nvCxnSpPr>
          <p:spPr>
            <a:xfrm>
              <a:off x="469013" y="189470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530979" y="276732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60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F6D9032-CDD5-8690-FA66-2408BF2E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75816"/>
              </p:ext>
            </p:extLst>
          </p:nvPr>
        </p:nvGraphicFramePr>
        <p:xfrm>
          <a:off x="478161" y="923889"/>
          <a:ext cx="10907963" cy="5180673"/>
        </p:xfrm>
        <a:graphic>
          <a:graphicData uri="http://schemas.openxmlformats.org/drawingml/2006/table">
            <a:tbl>
              <a:tblPr/>
              <a:tblGrid>
                <a:gridCol w="152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121">
                  <a:extLst>
                    <a:ext uri="{9D8B030D-6E8A-4147-A177-3AD203B41FA5}">
                      <a16:colId xmlns:a16="http://schemas.microsoft.com/office/drawing/2014/main" val="1416508356"/>
                    </a:ext>
                  </a:extLst>
                </a:gridCol>
                <a:gridCol w="213580">
                  <a:extLst>
                    <a:ext uri="{9D8B030D-6E8A-4147-A177-3AD203B41FA5}">
                      <a16:colId xmlns:a16="http://schemas.microsoft.com/office/drawing/2014/main" val="1537190452"/>
                    </a:ext>
                  </a:extLst>
                </a:gridCol>
                <a:gridCol w="1311540">
                  <a:extLst>
                    <a:ext uri="{9D8B030D-6E8A-4147-A177-3AD203B41FA5}">
                      <a16:colId xmlns:a16="http://schemas.microsoft.com/office/drawing/2014/main" val="248982781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686502626"/>
                    </a:ext>
                  </a:extLst>
                </a:gridCol>
                <a:gridCol w="2169750">
                  <a:extLst>
                    <a:ext uri="{9D8B030D-6E8A-4147-A177-3AD203B41FA5}">
                      <a16:colId xmlns:a16="http://schemas.microsoft.com/office/drawing/2014/main" val="3925810642"/>
                    </a:ext>
                  </a:extLst>
                </a:gridCol>
                <a:gridCol w="1112612">
                  <a:extLst>
                    <a:ext uri="{9D8B030D-6E8A-4147-A177-3AD203B41FA5}">
                      <a16:colId xmlns:a16="http://schemas.microsoft.com/office/drawing/2014/main" val="706285407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1.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기본사항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00553"/>
                  </a:ext>
                </a:extLst>
              </a:tr>
              <a:tr h="34159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9pPr>
                    </a:lstStyle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성명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소속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등급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학력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전공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이재철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ITCENCTS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  <a:sym typeface="Pretendard SemiBold"/>
                        </a:rPr>
                        <a:t>부장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 smtClean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고급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한양사이버대학교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(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재학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)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컴퓨터공학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508744"/>
                  </a:ext>
                </a:extLst>
              </a:tr>
              <a:tr h="373432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나이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만 </a:t>
                      </a:r>
                      <a:r>
                        <a:rPr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  31 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세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7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년 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5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개월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13523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725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44804"/>
                  </a:ext>
                </a:extLst>
              </a:tr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2.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경력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3.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자격증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628550480"/>
                  </a:ext>
                </a:extLst>
              </a:tr>
              <a:tr h="375270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회사명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자격증명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취득일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6748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ITCENCTS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2025.03 ~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넥스트레이드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매매체결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</a:t>
                      </a: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정보보안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Red Hat Certified System Administrator (RHCSA)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312540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가온누리정보시스템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2024.03~2025.02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넥스트레이드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매매체결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정보보안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CompTIA Linux+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78843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콴텍투자일임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2022.08~2024.03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인프라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정보보안팀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LPIC Level 1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27814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펀엔씨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2022.05~2022.07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Back-end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Devops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사무자동화산업기사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4844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조인트리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2021.09~2022.04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국민대학교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차세대 정보보호시스템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리눅스마스터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 </a:t>
                      </a: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2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81663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메타넷엠플랫폼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2020.08 ~ 2021.08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위탁운영 콜센터 구축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네트워크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CCNP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2649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엠티데이타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2017.08~2018.08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한국항공우주산업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82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19F73D-066F-DCE5-3DAD-E265E4F4A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06439"/>
              </p:ext>
            </p:extLst>
          </p:nvPr>
        </p:nvGraphicFramePr>
        <p:xfrm>
          <a:off x="646728" y="1171631"/>
          <a:ext cx="10907962" cy="4604304"/>
        </p:xfrm>
        <a:graphic>
          <a:graphicData uri="http://schemas.openxmlformats.org/drawingml/2006/table">
            <a:tbl>
              <a:tblPr/>
              <a:tblGrid>
                <a:gridCol w="236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381">
                  <a:extLst>
                    <a:ext uri="{9D8B030D-6E8A-4147-A177-3AD203B41FA5}">
                      <a16:colId xmlns:a16="http://schemas.microsoft.com/office/drawing/2014/main" val="1163780365"/>
                    </a:ext>
                  </a:extLst>
                </a:gridCol>
                <a:gridCol w="1835894">
                  <a:extLst>
                    <a:ext uri="{9D8B030D-6E8A-4147-A177-3AD203B41FA5}">
                      <a16:colId xmlns:a16="http://schemas.microsoft.com/office/drawing/2014/main" val="2402368711"/>
                    </a:ext>
                  </a:extLst>
                </a:gridCol>
                <a:gridCol w="2036513">
                  <a:extLst>
                    <a:ext uri="{9D8B030D-6E8A-4147-A177-3AD203B41FA5}">
                      <a16:colId xmlns:a16="http://schemas.microsoft.com/office/drawing/2014/main" val="736016067"/>
                    </a:ext>
                  </a:extLst>
                </a:gridCol>
                <a:gridCol w="1881096">
                  <a:extLst>
                    <a:ext uri="{9D8B030D-6E8A-4147-A177-3AD203B41FA5}">
                      <a16:colId xmlns:a16="http://schemas.microsoft.com/office/drawing/2014/main" val="1670531095"/>
                    </a:ext>
                  </a:extLst>
                </a:gridCol>
                <a:gridCol w="1525119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408260">
                <a:tc gridSpan="6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4.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 참여이력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904196"/>
                  </a:ext>
                </a:extLst>
              </a:tr>
              <a:tr h="53985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역할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기술스펙</a:t>
                      </a:r>
                      <a:endParaRPr lang="ko-KR" altLang="en-US" sz="1100" b="1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투입기간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발주처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88192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매매체결시스템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정보보안운영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2024.03~2025.02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100" baseline="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넥스트레이드</a:t>
                      </a: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06300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매매체결시스템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정보보안 시스템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2025.03~2025.12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넥스트레이드</a:t>
                      </a: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0089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차세대정보보안시스템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정보보안 시스템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2021.09~2022.04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국민대학교</a:t>
                      </a: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1456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4670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82709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6338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31992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7843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560218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0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itchFamily="18" charset="0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1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11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142</Words>
  <Application>Microsoft Office PowerPoint</Application>
  <PresentationFormat>와이드스크린</PresentationFormat>
  <Paragraphs>79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5" baseType="lpstr">
      <vt:lpstr>HY그래픽M</vt:lpstr>
      <vt:lpstr>HY얕은샘물M</vt:lpstr>
      <vt:lpstr>Monotype Sorts</vt:lpstr>
      <vt:lpstr>Pretendard</vt:lpstr>
      <vt:lpstr>Pretendard Medium</vt:lpstr>
      <vt:lpstr>Pretendard SemiBold</vt:lpstr>
      <vt:lpstr>맑은 고딕</vt:lpstr>
      <vt:lpstr>Arial</vt:lpstr>
      <vt:lpstr>Times New Roman</vt:lpstr>
      <vt:lpstr>Tw Cen MT</vt:lpstr>
      <vt:lpstr>Wingdings</vt:lpstr>
      <vt:lpstr>Wingdings 2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Chul Soo Park</dc:creator>
  <cp:lastModifiedBy>Chul Soo Park</cp:lastModifiedBy>
  <cp:revision>14</cp:revision>
  <dcterms:created xsi:type="dcterms:W3CDTF">2025-10-19T06:13:25Z</dcterms:created>
  <dcterms:modified xsi:type="dcterms:W3CDTF">2025-10-21T05:27:13Z</dcterms:modified>
</cp:coreProperties>
</file>