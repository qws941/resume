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ITCENCTS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  <a:sym typeface="Pretendard SemiBold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 smtClean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고급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한양사이버대학교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(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재학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컴퓨터공학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만 </a:t>
                      </a:r>
                      <a:r>
                        <a:rPr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  31 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7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년 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5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회사명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t>(주)아이티센 CTS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2025.03 ~ 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보안솔루션 관제, 인시던트 모니터링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</a:p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t>(주)가온누리정보시스템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2024.03 ~ 2025.02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보안 아키텍처 설계, 보안솔루션 구축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t>(주)콴텍투자일임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2022.08 ~ 2024.03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금융보안센터 운영, AWS 클라우드 보안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t>(주)펀엔씨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2022.05 ~ 2022.07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AWS 아키텍처 구축, K8s 마이그레이션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t>(주)조인트리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2021.09 ~ 2022.04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VMware NSX-T 네트워크, NAC/DLP 구축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t>(주)메타넷엠플랫폼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2019.12 ~ 2021.08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재택근무 환경 구축, VPN/NAC 통합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t>(주)엠티데이타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2017.02 ~ 2018.10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t>Linux 서버 운영, 방화벽/IDS 관리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정보보안운영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정보보안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2025.03~2025.12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차세대정보보안시스템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정보보안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국민대학교</a:t>
                      </a: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5" baseType="lpstr">
      <vt:lpstr>HY그래픽M</vt:lpstr>
      <vt:lpstr>HY얕은샘물M</vt:lpstr>
      <vt:lpstr>Monotype Sorts</vt:lpstr>
      <vt:lpstr>Pretendard</vt:lpstr>
      <vt:lpstr>Pretendard Medium</vt:lpstr>
      <vt:lpstr>Pretendard SemiBold</vt:lpstr>
      <vt:lpstr>맑은 고딕</vt:lpstr>
      <vt:lpstr>Arial</vt:lpstr>
      <vt:lpstr>Times New Roman</vt:lpstr>
      <vt:lpstr>Tw Cen MT</vt:lpstr>
      <vt:lpstr>Wingdings</vt:lpstr>
      <vt:lpstr>Wingdings 2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Chul Soo Park</cp:lastModifiedBy>
  <cp:revision>14</cp:revision>
  <dcterms:created xsi:type="dcterms:W3CDTF">2025-10-19T06:13:25Z</dcterms:created>
  <dcterms:modified xsi:type="dcterms:W3CDTF">2025-10-21T05:27:13Z</dcterms:modified>
</cp:coreProperties>
</file>