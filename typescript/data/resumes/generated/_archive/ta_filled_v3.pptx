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0">
                          <a:latin typeface="맑은 고딕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+mn-ea"/>
                        </a:rPr>
                        <a:t>보안운영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중급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한양사이버대학교(재학중)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컴퓨터공학과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만   31 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8년 11개월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r>
                        <a:t>(주)아이티센 CTS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2025.03 ~ 현재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정보보안 운영 엔지니어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보안솔루션 관제, 인시던트 모니터링, DR 점검 지원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(주)가온누리정보시스템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r>
                        <a:t>2024.03 ~ 2025.02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프리랜서 인프라 엔지니어</a:t>
                      </a: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 아키텍처 설계, 보안솔루션 구축, FSC 본인..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(주)콴텍투자일임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2022.08 ~ 2024.03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인프라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>금융보안데이터센터 운영, AWS 클라우드 보안, 로..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2022.05 ~ 2022.07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DevOps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AWS 아키텍처 구축, K8s 마이그레이션 검토, 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(주)조인트리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2021.09 ~ 2022.04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VMware NSX-T 네트워크 세분화, NAC/D..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2019.12 ~ 2021.08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재택근무 환경 구축, VPN/NAC 통합, Ansi..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2017.02 ~ 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서버·시스템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Linux 서버 운영, 방화벽/IDS 관리, 망분리..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정보보호시스템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위탁운영 콜센터 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050"/>
                        <a:t>• Splunk 기반 보안이벤트 모니터링 및 탐지룰 튜닝
• 인시던트 트리아지/에스컬레이션, 주간 보안리포트 작성
• n8n 워크플로우 기반 알림/대응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Splunk, n8n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050"/>
                        <a:t>• FortiManager API 연동 정책 배포 자동화
• 보안 아키텍처 설계 및 FSC 본인가 대응 지원
• 변경관리 프로세스 정립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FortiManager API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AI투자서비스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050"/>
                        <a:t>• AWS 보안 운영(로그수집, IAM, 보안그룹 점검)
• 금감원 감사 및 테스트베드 심사 대응
• 망분리 환경 관리 및 보안 정책 문서화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AWS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국민대 차세대 정보시스템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• VMware NSX-T 기반 마이크로세그멘테이션 설계
• NAC/DLP/APT 보안솔루션 통합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VMware NSX-T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콜센터 원격근무 인프라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• 대규모 VPN/NAC 기반 원격접속 환경 구축
• Ansible/Python 기반 계정/정책 배포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Ansible, Python, VPN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• Linux 서버 운영 및 장애 대응
• 방화벽/IDS 정책 관리, 망분리 환경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Shell, Firewall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2017.02~2018.10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