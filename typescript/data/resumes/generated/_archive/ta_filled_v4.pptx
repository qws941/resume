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0">
                          <a:latin typeface="맑은 고딕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+mn-ea"/>
                        </a:rPr>
                        <a:t>보안운영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중급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한양사이버대학교(재학중)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컴퓨터공학과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만   31 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 b="0">
                          <a:latin typeface="맑은 고딕"/>
                        </a:rPr>
                        <a:t>8년 11개월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r>
                        <a:t>(주)아이티센 CTS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2025.03 ~ 현재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정보보안 운영 엔지니어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보안솔루션 관제, 인시던트 모니터링, DR 점검 지원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(주)가온누리정보시스템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r>
                        <a:t>2024.03 ~ 2025.02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프리랜서 인프라 엔지니어</a:t>
                      </a: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보안 아키텍처 설계, 보안솔루션 구축, FSC 본인..</a:t>
                      </a: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400" b="1">
                          <a:latin typeface="맑은 고딕"/>
                        </a:rPr>
                        <a:t>(주)콴텍투자일임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2022.08 ~ 2024.03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sz="1100" b="1">
                          <a:latin typeface="맑은 고딕"/>
                        </a:rPr>
                        <a:t>인프라 엔지니어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>금융보안데이터센터 운영, AWS 클라우드 보안, 로..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2022.05 ~ 2022.07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DevOps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AWS 아키텍처 구축, K8s 마이그레이션 검토, ..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(주)조인트리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2021.09 ~ 2022.04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VMware NSX-T 네트워크 세분화, NAC/D..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2019.12 ~ 2021.08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인프라·시스템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재택근무 환경 구축, VPN/NAC 통합, Ansi..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맑은 고딕"/>
                        </a:rPr>
                        <a:t>(주)엠티데이타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t>2017.02 ~ 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</a:rPr>
                        <a:t>서버·시스템 엔지니어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t>Linux 서버 운영, 방화벽/IDS 관리, 망분리..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국민대학교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정보보호시스템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 ~ 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위탁운영 콜센터 구축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2017.08~2018.08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한국항공우주산업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2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4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보안이벤트 모니터링, 탐지룰 튜닝,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Splunk, n8n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Nextrade 보안인프라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정책 자동화, 보안 아키텍처, FSC 대응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FortiManager API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Nextrade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AI투자서비스 보안운영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sz="1200">
                          <a:latin typeface="맑은 고딕"/>
                        </a:rPr>
                        <a:t>AWS 보안운영, 금감원 감사대응, 망분리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Python, AWS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200">
                          <a:latin typeface="맑은 고딕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latin typeface="맑은 고딕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국민대 차세대 정보시스템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NSX-T 세그멘테이션, NAC/DLP/APT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VMware NSX-T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콜센터 원격근무 인프라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VPN/NAC 원격접속, Ansible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Ansible, Python, VPN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r>
                        <a:t>KAI 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Linux 서버운영, 방화벽/IDS, 망분리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Linux, Shell, Firewall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2017.02~2018.10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한국항공우주산업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HY그래픽M</vt:lpstr>
      <vt:lpstr>HY얕은샘물M</vt:lpstr>
      <vt:lpstr>Monotype Sorts</vt:lpstr>
      <vt:lpstr>Pretendard</vt:lpstr>
      <vt:lpstr>Pretendard Medium</vt:lpstr>
      <vt:lpstr>Pretendard SemiBold</vt:lpstr>
      <vt:lpstr>맑은 고딕</vt:lpstr>
      <vt:lpstr>Arial</vt:lpstr>
      <vt:lpstr>Times New Roman</vt:lpstr>
      <vt:lpstr>Tw Cen MT</vt:lpstr>
      <vt:lpstr>Wingdings</vt:lpstr>
      <vt:lpstr>Wingdings 2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Chul Soo Park</cp:lastModifiedBy>
  <cp:revision>14</cp:revision>
  <dcterms:created xsi:type="dcterms:W3CDTF">2025-10-19T06:13:25Z</dcterms:created>
  <dcterms:modified xsi:type="dcterms:W3CDTF">2025-10-21T05:27:13Z</dcterms:modified>
</cp:coreProperties>
</file>