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923889"/>
          <a:ext cx="10907963" cy="5180673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1.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000" b="0" kern="120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아이티센 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  <a:sym typeface="Pretendard SemiBold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고급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한양사이버대학교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(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재학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컴퓨터공학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만 </a:t>
                      </a:r>
                      <a:r>
                        <a:rPr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  31 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7년 4개월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TA, 인프라설계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2.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경력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3.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회사명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아이티센 CTS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2025.03 ~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넥스트레이드 매매체결
시스템 인프라 운영 SM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가온누리정보시스템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2024.03~2025.02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넥스트레이드 매매체결
시스템 인프라 구축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콴텍투자일임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2022.08~2024.03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AI투자서비스
IT인프라 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펀엔씨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2022.05~2022.07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Back-end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개발팀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Devops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조인트리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2021.09~2022.04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국민대학교
차세대 IT인프라
구축/운영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2020.08 ~ 2021.08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콜센터 인프라 구축
(네트워크/회선)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엠티데이타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2017.08~2018.08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한국항공우주산업
시스템/인프라 운영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자율주행 시뮬레이션
경진대회 우수상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2026.02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604304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4.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기술스펙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발주처</a:t>
                      </a: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운영 SM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IT인프라 운영/관리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Linux, Docker, Terraform,
Splunk, VMware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인프라 시스템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Linux, Docker, Terraform,
Ansible, FortiGate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AI투자서비스
IT인프라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IT인프라 운영/관리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Linux, Python, VMware,
Shell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2022.08~2024.03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콴텍투자일임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차세대 IT인프라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IT인프라 구축/운영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VMware NSX-T, vSphere,
Linux, FortiGate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국민대학교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콜센터 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네트워크/인프라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Ansible, Python,
VPN, NAC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2020.08~2021.08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메타넷엠플랫폼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프라이빗 클라우드
IaC 플랫폼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IaC 기반 인프라
설계/자동화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Terraform, Bazel,
Cloud-init, Proxmox VE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2024.01~현재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 기반 인프라
자동화 플랫폼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 인프라 자동화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Python, Go, n8n,
MCP, Docker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2024.09~현재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Full-Stack
Observability Platform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통합 모니터링
플랫폼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Grafana, Prometheus,
ELK, GlitchTip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2024.06~현재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CI/CD 파이프라인
자동화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CI/CD 및
네트워크 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GitHub Actions,
Traefik, Vault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이재철</cp:lastModifiedBy>
  <cp:revision>15</cp:revision>
  <dcterms:created xsi:type="dcterms:W3CDTF">2025-10-19T06:13:25Z</dcterms:created>
  <dcterms:modified xsi:type="dcterms:W3CDTF">2026-02-12T07:33:55Z</dcterms:modified>
</cp:coreProperties>
</file>