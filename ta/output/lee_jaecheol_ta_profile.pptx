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723889"/>
          <a:ext cx="10907963" cy="5561187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재학</a:t>
                      </a: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만 </a:t>
                      </a:r>
                      <a:r>
                        <a:rPr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 31 </a:t>
                      </a:r>
                      <a:r>
                        <a:rPr lang="ko-KR" altLang="en-US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Malgun Gothic"/>
                        </a:rPr>
                        <a:t>7년 4개월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20000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클라우드/온프레미스 인프라 설계·구축
IaC 자동화 및 CI/CD 파이프라인 구성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20000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통합 모니터링 체계 수립
IT 인프라 운영/관리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2022.08~2024.03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클라우드 인프라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2019.12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국민대학교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차세대 IT인프라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구축/운영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2019.12~2021.08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2020.08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한국항공우주산업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2018.10~2019.10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서버/인프라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788685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인프라 아키텍처 설계
시스템 구축/인허가 대응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FortiGate, FortiManager,
Linux, VMware, Terraform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클라우드 인프라 운영
모니터링 체계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AWS, Terraform,
Prometheus, Grafana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2022.08~2024.03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맑은 고딕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VMware NSX-T, vSphere,</a:t>
                      </a:r>
                    </a:p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인프라 구축/자동화</a:t>
                      </a:r>
                    </a:p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VPN/모니터링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Ansible, VPN,</a:t>
                      </a:r>
                    </a:p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Zabbix, 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KAI 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서버/인프라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Linux, Shell,</a:t>
                      </a:r>
                    </a:p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2018.10~2019.10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Malgun Gothic"/>
                        </a:rPr>
                        <a:t>한국항공우주산업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프라이빗 클라우드
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IaC 기반 인프라
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Terraform, Bazel,
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 기반 인프라
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Python, Go, n8n,
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Full-Stack
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통합 모니터링
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Grafana, Prometheus,
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CI/CD 파이프라인
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CI/CD 및
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GitHub Actions,
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