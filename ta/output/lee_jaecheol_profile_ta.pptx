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>
                          <a:latin typeface="맑은 고딕"/>
                        </a:rPr>
                        <a:t>부장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7년 4개월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TA, 인프라설계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>
                          <a:latin typeface="맑은 고딕"/>
                        </a:rPr>
                        <a:t>클라우드/온프레미스 인프라 설계·구축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>
                          <a:latin typeface="맑은 고딕"/>
                        </a:rPr>
                        <a:t>IaC 자동화 및 CI/CD 파이프라인 구성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>
                          <a:latin typeface="맑은 고딕"/>
                        </a:rPr>
                        <a:t>통합 모니터링 체계 수립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100">
                          <a:latin typeface="맑은 고딕"/>
                        </a:rPr>
                        <a:t>IT 인프라 운영/관리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아이티센 CTS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부장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운영 SM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2019.01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가온누리정보시스템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과장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구축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2019.02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콴텍투자일임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과장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AI투자서비스
IT인프라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2019.02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클라우드 인프라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2019.12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국민대학교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차세대 IT인프라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구축/운영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2019.01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2019.12~2021.08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사원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콜센터 인프라 구축
(네트워크/회선)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2020.08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한국항공우주산업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2018.10~2019.10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000">
                          <a:solidFill>
                            <a:srgbClr val="000000"/>
                          </a:solidFill>
                          <a:latin typeface="맑은 고딕"/>
                        </a:rPr>
                        <a:t>사원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서버/인프라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자율주행 시뮬레이션
경진대회 우수상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2026.02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 SM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Docker, Terraform,
Splunk, VMware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인프라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Docker, Terraform,
Ansible,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AI투자서비스
IT인프라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Python, VMware,
Shell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차세대 IT인프라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구축/운영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VMware NSX-T, vSphere,
Linux,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콜센터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네트워크/인프라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Ansible, Python,
VPN, NAC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서버/인프라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Linux, Shell,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2018.10~2019.10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프라이빗 클라우드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IaC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IaC 기반 인프라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설계/자동화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Terraform, Bazel,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Cloud-init, Proxmox 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2024.01~현재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AI 기반 인프라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자동화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AI 인프라 자동화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Python, Go, n8n,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MCP, Docker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2024.09~현재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/>
                          <a:latin typeface="맑은 고딕"/>
                        </a:rPr>
                        <a:t>Full-Stack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Observability Platform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/>
                          <a:latin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/>
                          <a:latin typeface="맑은 고딕"/>
                        </a:rPr>
                        <a:t>통합 모니터링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플랫폼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/>
                          <a:latin typeface="맑은 고딕"/>
                        </a:rPr>
                        <a:t>Grafana, Prometheus,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ELK, GlitchTip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/>
                          <a:latin typeface="맑은 고딕"/>
                        </a:rPr>
                        <a:t>2024.06~현재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/>
                          <a:latin typeface="맑은 고딕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CI/CD 파이프라인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CI/CD 및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네트워크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GitHub Actions,</a:t>
                      </a:r>
                    </a:p>
                    <a:p>
                      <a:pPr algn="ctr"/>
                      <a:r>
                        <a:rPr sz="1050">
                          <a:latin typeface="맑은 고딕"/>
                        </a:rPr>
                        <a:t>Traefik, Vault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2024.03~현재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맑은 고딕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이재철</cp:lastModifiedBy>
  <cp:revision>15</cp:revision>
  <dcterms:created xsi:type="dcterms:W3CDTF">2025-10-19T06:13:25Z</dcterms:created>
  <dcterms:modified xsi:type="dcterms:W3CDTF">2026-02-12T07:33:55Z</dcterms:modified>
</cp:coreProperties>
</file>